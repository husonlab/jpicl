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39A8F-C344-42A1-7E1A-EA4EB6395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ED1C0-67A9-A1F4-4EEA-DB97C48BC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5F70B-B0AD-D8B3-A42B-63AFC2348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81E1-5787-7447-AC5B-BBF7A983AB7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14F14-ACE7-96F7-EE7E-B2FE05A9A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8A7DD-0007-F5C5-D9C3-FDC5139D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1EE7-8F47-8A44-B1A1-A37FAA0F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9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6388-1D49-E619-24EE-40ECD3738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7BF10-5A84-967A-D10D-F5CE71966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B75F5-7F58-615F-E220-69026ED0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81E1-5787-7447-AC5B-BBF7A983AB7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3EF02-3AA1-CA83-2A65-1B8CA074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781B2-204B-4013-9438-A68D5EA7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1EE7-8F47-8A44-B1A1-A37FAA0F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724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E8B3-34CF-5806-2617-0A20FC058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DA92F-27E7-410A-E8E0-66C5BC774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82EF8-9CCD-3311-6499-5AEF32112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81E1-5787-7447-AC5B-BBF7A983AB7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97D17-438C-866E-9D86-43216B91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B6B30-8E3E-E293-16C5-9CF0D7E5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1EE7-8F47-8A44-B1A1-A37FAA0F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13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AD4D-8CCF-D0E6-83B4-64596D07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4818A-5D30-5BD6-A42F-DC20A2880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BB7F4-A4C7-049A-8C11-EF09AABA7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CC0A0-6C47-889E-DE23-0635B584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81E1-5787-7447-AC5B-BBF7A983AB7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E6524-7A4A-B412-ECB8-D4D9704AF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0DB51-9156-EE08-EEC4-4983AA26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1EE7-8F47-8A44-B1A1-A37FAA0F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7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69423-BD6B-39B5-215D-AAE5A30E8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2C37C-A5CB-5758-6675-6BF2EE721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3EB52-9284-76C0-9A4F-06E44FF1B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BEC593-50E7-F3C4-32FB-09C90E145E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24410E-7B0C-3C61-DE5E-AD1790692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97B05D-4DD5-6658-5D39-BA4160AF8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81E1-5787-7447-AC5B-BBF7A983AB7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17743D-56C1-F3F5-D88B-9D9D37011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FD3EDD-3217-5096-D7E3-06FB6055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1EE7-8F47-8A44-B1A1-A37FAA0F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37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F07C2-DFAC-2124-672F-381E43962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B925B-7636-ABFC-144B-BC9F09202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81E1-5787-7447-AC5B-BBF7A983AB7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B2F7A-ABAA-E478-24A0-CFE130CAF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1358D-1C9D-FD86-FEFD-90380E3D0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1EE7-8F47-8A44-B1A1-A37FAA0F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7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41B52-36CF-9F25-5010-07ABFEEEF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81E1-5787-7447-AC5B-BBF7A983AB7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2B3EC-237B-860D-5726-D0E02C4B5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26526-63A7-E3FF-1157-95103D65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1EE7-8F47-8A44-B1A1-A37FAA0F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4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0627-D0B7-6A39-780F-D6FDF8B43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FCDA-7756-697F-40E0-A1A68DE5A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2678C8-7B8F-8DCD-ED91-EBC2B7284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96781-3BE9-D512-716B-0A0ED9294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81E1-5787-7447-AC5B-BBF7A983AB7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A5B3E-F910-F8DF-FC01-28435513E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98402-5535-D3C0-A2E0-102245CC9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1EE7-8F47-8A44-B1A1-A37FAA0F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1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011D9-8131-5815-8FC8-DB29A091A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B6291D-211A-03EB-8910-C0DB6B7D62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3E08E-DCB7-10E6-BA15-D0B371E0D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8B379-E30F-2DEF-DD86-46DBCC1EC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81E1-5787-7447-AC5B-BBF7A983AB7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3ACCC-3FB1-94D0-E94D-9009D934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C543F-95B5-2BD9-EB41-4E975117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1EE7-8F47-8A44-B1A1-A37FAA0F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76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DEAEE-5BAF-2413-D6B5-A718B7B40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94EBB-7DC0-6922-FA5E-FB714D3C5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D197E-9967-B0BB-8C92-E59791BB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81E1-5787-7447-AC5B-BBF7A983AB7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F69ED-EE53-9B6F-9DB0-51B35234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D401C-F9E2-03FE-2107-56A00F57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1EE7-8F47-8A44-B1A1-A37FAA0F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44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D4204D-6055-8758-4B68-4A6E6868F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6CDA4-6745-B2F8-3E46-8D8A0F2E9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8FC34-3045-F03D-BBFE-257E37FD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981E1-5787-7447-AC5B-BBF7A983AB7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30FD1-ED45-9F0A-D0BE-4407F243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85952-399A-2AE3-C2E7-97EBB0A8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1EE7-8F47-8A44-B1A1-A37FAA0F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72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5A815-A045-1BC3-4C6A-009C1D42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129CA-1302-5D17-EE2D-47C02142A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FC231-4A42-33D6-06C6-E3C040A79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981E1-5787-7447-AC5B-BBF7A983AB7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68F6D-8FBD-056D-7C22-1DFA8346E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227FF-3EAB-085E-F515-AF8242C75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BF1EE7-8F47-8A44-B1A1-A37FAA0F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96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kubatko/PIC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32B3B7-F289-7B50-9867-725A24D9411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60392" y="618458"/>
            <a:ext cx="2131839" cy="28283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380FA5-24CD-AC21-5822-EAB940E3E787}"/>
              </a:ext>
            </a:extLst>
          </p:cNvPr>
          <p:cNvSpPr txBox="1"/>
          <p:nvPr/>
        </p:nvSpPr>
        <p:spPr>
          <a:xfrm>
            <a:off x="3303476" y="574390"/>
            <a:ext cx="7338818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JPICL</a:t>
            </a:r>
          </a:p>
          <a:p>
            <a:pPr>
              <a:buNone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Phylogenetic Inference with Composite Likelihood</a:t>
            </a:r>
          </a:p>
          <a:p>
            <a:b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PICL algorithms and C implementation by 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Laura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Kubatko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400" dirty="0">
                <a:latin typeface="Helvetica Neue Thin" panose="020B0403020202020204" pitchFamily="34" charset="0"/>
                <a:ea typeface="Helvetica Neue Thin" panose="020B0403020202020204" pitchFamily="34" charset="0"/>
                <a:cs typeface="Courier New" panose="02070309020205020404" pitchFamily="49" charset="0"/>
                <a:hlinkClick r:id="rId3"/>
              </a:rPr>
              <a:t>https://github.com/lkubatko/PICL</a:t>
            </a:r>
            <a:endParaRPr lang="en-US" sz="1400" dirty="0">
              <a:latin typeface="Helvetica Neue Thin" panose="020B0403020202020204" pitchFamily="34" charset="0"/>
              <a:ea typeface="Helvetica Neue Thin" panose="020B0403020202020204" pitchFamily="34" charset="0"/>
              <a:cs typeface="Courier New" panose="02070309020205020404" pitchFamily="49" charset="0"/>
            </a:endParaRPr>
          </a:p>
          <a:p>
            <a:endParaRPr lang="en-US" sz="1400" dirty="0">
              <a:latin typeface="Helvetica Neue Thin" panose="020B0403020202020204" pitchFamily="34" charset="0"/>
              <a:ea typeface="Helvetica Neue Thin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1450" dirty="0">
                <a:latin typeface="Helvetica Neue Thin" panose="020B0403020202020204" pitchFamily="34" charset="0"/>
                <a:ea typeface="Helvetica Neue Thin" panose="020B0403020202020204" pitchFamily="34" charset="0"/>
                <a:cs typeface="Courier New" panose="02070309020205020404" pitchFamily="49" charset="0"/>
              </a:rPr>
              <a:t>Contributions to PICL algorithms and methodology</a:t>
            </a:r>
            <a:r>
              <a:rPr lang="en-US" sz="14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by  David Swofford, Julia </a:t>
            </a:r>
            <a:r>
              <a:rPr lang="en-US" sz="145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Chifman</a:t>
            </a:r>
            <a:r>
              <a:rPr lang="en-US" sz="14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 Shelby Moshier, </a:t>
            </a:r>
            <a:r>
              <a:rPr lang="en-US" sz="145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Sungsik</a:t>
            </a:r>
            <a:r>
              <a:rPr lang="en-US" sz="145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Kong, Jing Peng, Shawn Chen, Emerson Webb, Dhruv Arora</a:t>
            </a:r>
          </a:p>
          <a:p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Cross-platform JavaFX graphical interface by 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Daniel H. Huson</a:t>
            </a:r>
          </a:p>
          <a:p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https://</a:t>
            </a:r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github.com</a:t>
            </a:r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husonlab</a:t>
            </a:r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jpicl</a:t>
            </a:r>
            <a:endParaRPr lang="en-US" sz="1400" dirty="0"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8AEE6D7-AAE5-CC2C-AD79-6647179F3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" b="1" i="0" u="none" strike="noStrike" cap="none" normalizeH="0" baseline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PICL: Phylogenetic Inference with Composite Likelihood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82AD4E-B508-AE16-478F-E7497581B40E}"/>
              </a:ext>
            </a:extLst>
          </p:cNvPr>
          <p:cNvSpPr/>
          <p:nvPr/>
        </p:nvSpPr>
        <p:spPr>
          <a:xfrm>
            <a:off x="749147" y="539825"/>
            <a:ext cx="9893147" cy="2985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80E480-48B6-71E0-27ED-DC24C8FBB812}"/>
              </a:ext>
            </a:extLst>
          </p:cNvPr>
          <p:cNvSpPr txBox="1"/>
          <p:nvPr/>
        </p:nvSpPr>
        <p:spPr>
          <a:xfrm>
            <a:off x="1004460" y="2650302"/>
            <a:ext cx="21318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PICL graphic:</a:t>
            </a:r>
          </a:p>
          <a:p>
            <a:pPr algn="ctr"/>
            <a:r>
              <a:rPr lang="en-US" b="0" i="0" u="none" strike="noStrike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Shelby Moshier</a:t>
            </a:r>
            <a:endParaRPr lang="en-US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33841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85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Helvetica Neue</vt:lpstr>
      <vt:lpstr>Helvetica Neue Light</vt:lpstr>
      <vt:lpstr>Helvetica Neue Thin</vt:lpstr>
      <vt:lpstr>Mona Sans VF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daniel@huson.de</dc:creator>
  <cp:lastModifiedBy>daniel@huson.de</cp:lastModifiedBy>
  <cp:revision>3</cp:revision>
  <cp:lastPrinted>2026-05-11T09:30:29Z</cp:lastPrinted>
  <dcterms:created xsi:type="dcterms:W3CDTF">2026-05-11T09:17:11Z</dcterms:created>
  <dcterms:modified xsi:type="dcterms:W3CDTF">2026-05-11T11:39:13Z</dcterms:modified>
</cp:coreProperties>
</file>